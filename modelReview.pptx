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2" r:id="rId7"/>
    <p:sldId id="273" r:id="rId8"/>
    <p:sldId id="260" r:id="rId9"/>
    <p:sldId id="268" r:id="rId10"/>
    <p:sldId id="275" r:id="rId11"/>
    <p:sldId id="261" r:id="rId12"/>
    <p:sldId id="262" r:id="rId13"/>
    <p:sldId id="269" r:id="rId14"/>
    <p:sldId id="263" r:id="rId15"/>
    <p:sldId id="270" r:id="rId16"/>
    <p:sldId id="264" r:id="rId17"/>
    <p:sldId id="265" r:id="rId18"/>
    <p:sldId id="266" r:id="rId19"/>
    <p:sldId id="27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networkx.org/documentation/stable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streetmap.org/copyright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7030A0"/>
                </a:solidFill>
                <a:latin typeface="Verdana" panose="020B0604030504040204" pitchFamily="34" charset="0"/>
              </a:rPr>
              <a:t>AI BASED EMERGENCY RESOURCES ALLOCATIN SYSTEM</a:t>
            </a:r>
            <a:endParaRPr lang="en-IN" sz="4000" b="1" dirty="0">
              <a:solidFill>
                <a:srgbClr val="7030A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5301208"/>
            <a:ext cx="51331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</a:t>
            </a:r>
            <a:r>
              <a:rPr lang="en-IN" altLang="en-US" sz="2400" b="1" dirty="0">
                <a:solidFill>
                  <a:srgbClr val="FF0000"/>
                </a:solidFill>
              </a:rPr>
              <a:t>r. BHUVANA S,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ASSISTANT PROFESSOR SG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239" y="5328572"/>
            <a:ext cx="48698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</a:t>
            </a:r>
            <a:r>
              <a:rPr lang="en-IN" altLang="en-US" sz="2400" b="1" dirty="0">
                <a:solidFill>
                  <a:srgbClr val="FF0000"/>
                </a:solidFill>
              </a:rPr>
              <a:t>HARSHINI S -241901026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KEERTHIKA K -241901046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Problem Statement</a:t>
            </a:r>
            <a:endParaRPr lang="en-IN" sz="2400" dirty="0"/>
          </a:p>
          <a:p>
            <a:pPr>
              <a:buClr>
                <a:srgbClr val="CC0000"/>
              </a:buClr>
            </a:pPr>
            <a:r>
              <a:rPr lang="en-IN" sz="2400" dirty="0"/>
              <a:t>Manual emergency resource selection and route planning may delay response.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Suitable resources and routes must be identified quickly.</a:t>
            </a:r>
          </a:p>
          <a:p>
            <a:pPr>
              <a:buClr>
                <a:srgbClr val="CC0000"/>
              </a:buClr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Motivation</a:t>
            </a:r>
            <a:endParaRPr lang="en-IN" sz="2400" dirty="0"/>
          </a:p>
          <a:p>
            <a:pPr>
              <a:buClr>
                <a:srgbClr val="CC0000"/>
              </a:buClr>
            </a:pPr>
            <a:r>
              <a:rPr lang="en-IN" sz="2400" dirty="0"/>
              <a:t>Use knowledge-based rules to select suitable resources.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Apply A* algorithm for route finding.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Integrate allocation and map visualization in one web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CC0000"/>
              </a:buClr>
            </a:pPr>
            <a:r>
              <a:rPr lang="en-IN" sz="2400" dirty="0"/>
              <a:t>Develop a web-based emergency resource allocation system.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Select suitable resources using knowledge-based rules.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Find routes using the A* search algorithm.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Display emergency locations and routes on an interactive map.</a:t>
            </a:r>
          </a:p>
          <a:p>
            <a:pPr>
              <a:buClr>
                <a:srgbClr val="CC0000"/>
              </a:buClr>
            </a:pPr>
            <a:r>
              <a:rPr lang="en-IN" sz="2400" dirty="0"/>
              <a:t>Implement authentication, input validation, and allocation logging.</a:t>
            </a:r>
          </a:p>
          <a:p>
            <a:pPr>
              <a:buClr>
                <a:srgbClr val="CC0000"/>
              </a:buClr>
            </a:pPr>
            <a:r>
              <a:rPr lang="en-IN" sz="2400" b="1" dirty="0"/>
              <a:t>Completed So Far:</a:t>
            </a:r>
            <a:r>
              <a:rPr lang="en-IN" sz="2400" dirty="0"/>
              <a:t> Core resource allocation, A* routing, map visualization, and basic security features implemented.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52599"/>
            <a:ext cx="10668000" cy="4492625"/>
          </a:xfrm>
        </p:spPr>
        <p:txBody>
          <a:bodyPr/>
          <a:lstStyle/>
          <a:p>
            <a:r>
              <a:rPr lang="en-IN" sz="2400" dirty="0"/>
              <a:t>Develops an AI-based system for emergency resource allocation.</a:t>
            </a:r>
          </a:p>
          <a:p>
            <a:pPr lvl="0"/>
            <a:r>
              <a:rPr lang="en-IN" sz="2400" dirty="0"/>
              <a:t>Selects suitable resources based on emergency type, priority, and location using knowledge-based rules.</a:t>
            </a:r>
          </a:p>
          <a:p>
            <a:pPr lvl="0"/>
            <a:r>
              <a:rPr lang="en-IN" sz="2400" dirty="0"/>
              <a:t>Uses the A* search algorithm to find efficient routes to emergency locations.</a:t>
            </a:r>
          </a:p>
          <a:p>
            <a:pPr lvl="0"/>
            <a:r>
              <a:rPr lang="en-IN" sz="2400" dirty="0"/>
              <a:t>Integrates resource allocation, route finding, and map visualization.</a:t>
            </a:r>
          </a:p>
          <a:p>
            <a:pPr lvl="0"/>
            <a:r>
              <a:rPr lang="en-IN" sz="2400" dirty="0"/>
              <a:t>Applies classical AI concepts: Intelligent Agents, Heuristic Search, and Knowledge-Based Reasoning.</a:t>
            </a:r>
          </a:p>
          <a:p>
            <a:pPr lvl="0"/>
            <a:r>
              <a:rPr lang="en-IN" sz="2400" dirty="0"/>
              <a:t>Aims to improve emergency response efficiency compared to manual methods.</a:t>
            </a:r>
          </a:p>
          <a:p>
            <a:pPr marL="0" lvl="0" indent="0" algn="just">
              <a:buClr>
                <a:srgbClr val="CC0000"/>
              </a:buClr>
              <a:buNone/>
              <a:defRPr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427674"/>
              </p:ext>
            </p:extLst>
          </p:nvPr>
        </p:nvGraphicFramePr>
        <p:xfrm>
          <a:off x="748715" y="779900"/>
          <a:ext cx="11089233" cy="5739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5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4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2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354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Nordin et al., 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Finding Shortest Path of the Ambulance Routing: Interface of A* Algorithm Using C# Programming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A* shortest-path algorithm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Focuses on ambulance route finding rather than integrated resource allocation. </a:t>
                      </a:r>
                    </a:p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researchgate.net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Aptos" panose="020B0004020202020204" pitchFamily="34" charset="0"/>
                        </a:rPr>
                        <a:t>Barrachina</a:t>
                      </a:r>
                      <a:r>
                        <a:rPr lang="en-IN" dirty="0">
                          <a:latin typeface="Aptos" panose="020B0004020202020204" pitchFamily="34" charset="0"/>
                        </a:rPr>
                        <a:t> et al., 2014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Reducing Emergency Services Arrival Time by Using Vehicular Communications and Evolution Strategies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Evolution strategies and vehicular communication-based rerouting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Depends on traffic and vehicular communication information.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Pettet et al., 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Designing Decision Support Systems for Emergency Response: Challenges and Opportunities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Emergency response decision-support and optimization approaches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Discusses broader decision-support challenges; our project implements a specific resource-selection and route-planning prototype. </a:t>
                      </a:r>
                    </a:p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scopelab.ai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Research Gap/Existing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5052318" cy="1216025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ctr">
              <a:spcAft>
                <a:spcPts val="800"/>
              </a:spcAft>
              <a:buNone/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1. What existing studies do</a:t>
            </a:r>
          </a:p>
          <a:p>
            <a:pPr marL="0" indent="0">
              <a:spcBef>
                <a:spcPts val="200"/>
              </a:spcBef>
              <a:buNone/>
              <a:defRPr sz="1300">
                <a:solidFill>
                  <a:srgbClr val="2D343E"/>
                </a:solidFill>
                <a:latin typeface="Aptos"/>
              </a:defRPr>
            </a:pPr>
            <a:r>
              <a:rPr lang="en-IN" sz="1300" dirty="0">
                <a:solidFill>
                  <a:srgbClr val="2D343E"/>
                </a:solidFill>
                <a:latin typeface="Aptos"/>
              </a:rPr>
              <a:t>Existing studies use A* search for emergency route planning and optimization techniques for emergency response.</a:t>
            </a:r>
            <a:r>
              <a:rPr dirty="0"/>
              <a:t>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096000" y="1752600"/>
            <a:ext cx="5452872" cy="1216024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2. Limitations observed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lang="en-IN" sz="1300" dirty="0">
                <a:solidFill>
                  <a:srgbClr val="2D343E"/>
                </a:solidFill>
                <a:latin typeface="Aptos"/>
              </a:rPr>
              <a:t>Some approaches focus mainly on routing or decision support rather than integrating resource selection and route planning.</a:t>
            </a:r>
            <a:r>
              <a:rPr dirty="0"/>
              <a:t>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66233" y="3645024"/>
            <a:ext cx="5177367" cy="158417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3. Research gap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lang="en-IN" sz="1300" dirty="0">
                <a:solidFill>
                  <a:srgbClr val="2D343E"/>
                </a:solidFill>
                <a:latin typeface="Aptos"/>
              </a:rPr>
              <a:t>An integrated system combining knowledge-based resource allocation with A*-based routing is needed.</a:t>
            </a:r>
            <a:endParaRPr dirty="0"/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199632" y="3794760"/>
            <a:ext cx="5349240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4. How our project responds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lang="en-IN" sz="1300" dirty="0">
                <a:solidFill>
                  <a:srgbClr val="2D343E"/>
                </a:solidFill>
                <a:latin typeface="Aptos"/>
              </a:rPr>
              <a:t>Our system combines rule-based resource selection, A* route finding, and map visualization in a web application.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Proposed System 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800" b="1" dirty="0"/>
              <a:t>Knowledge-Based Allocation:</a:t>
            </a:r>
            <a:r>
              <a:rPr lang="en-IN" sz="2800" dirty="0"/>
              <a:t> Selects suitable emergency resources using predefined rules.</a:t>
            </a:r>
          </a:p>
          <a:p>
            <a:pPr lvl="0"/>
            <a:r>
              <a:rPr lang="en-IN" sz="2800" b="1" dirty="0"/>
              <a:t>A(star) Route Finding </a:t>
            </a:r>
            <a:r>
              <a:rPr lang="en-IN" sz="2800" dirty="0"/>
              <a:t>Calculates routes using the configured road network.</a:t>
            </a:r>
          </a:p>
          <a:p>
            <a:pPr lvl="0"/>
            <a:r>
              <a:rPr lang="en-IN" sz="2800" b="1" dirty="0"/>
              <a:t>Map Visualization:</a:t>
            </a:r>
            <a:r>
              <a:rPr lang="en-IN" sz="2800" dirty="0"/>
              <a:t> Displays emergency locations and routes using Leaflet and OpenStreetMap.</a:t>
            </a:r>
          </a:p>
          <a:p>
            <a:pPr lvl="0"/>
            <a:r>
              <a:rPr lang="en-IN" sz="2800" b="1" dirty="0"/>
              <a:t>Security Integration:</a:t>
            </a:r>
            <a:r>
              <a:rPr lang="en-IN" sz="2800" dirty="0"/>
              <a:t> Provides user authentication, role-based access, and allocation logging.</a:t>
            </a:r>
          </a:p>
          <a:p>
            <a:pPr marL="0" lvl="0" indent="0">
              <a:buClr>
                <a:srgbClr val="CC0000"/>
              </a:buClr>
              <a:buNone/>
              <a:defRPr/>
            </a:pPr>
            <a:r>
              <a:rPr lang="en-I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DA0FD-3111-D358-962E-DAF473C4B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1" y="1916832"/>
            <a:ext cx="4848800" cy="3421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F01C4-BDD2-1274-CA79-9D5F71BF5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172" y="1916832"/>
            <a:ext cx="5375396" cy="338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Methodology/Work Flow Diagram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2106B-95D2-77AC-6F37-BE0F086D2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1683731"/>
            <a:ext cx="8671892" cy="430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Programming Language:</a:t>
            </a:r>
            <a:r>
              <a:rPr lang="en-IN" sz="2400" dirty="0"/>
              <a:t> Python, HTML, CSS, JavaScript</a:t>
            </a:r>
          </a:p>
          <a:p>
            <a:r>
              <a:rPr lang="en-IN" sz="2400" b="1" dirty="0"/>
              <a:t>Frameworks / Libraries:</a:t>
            </a:r>
            <a:r>
              <a:rPr lang="en-IN" sz="2400" dirty="0"/>
              <a:t> Flask, </a:t>
            </a:r>
            <a:r>
              <a:rPr lang="en-IN" sz="2400" dirty="0" err="1"/>
              <a:t>NetworkX</a:t>
            </a:r>
            <a:r>
              <a:rPr lang="en-IN" sz="2400" dirty="0"/>
              <a:t>, </a:t>
            </a:r>
            <a:r>
              <a:rPr lang="en-IN" sz="2400" dirty="0" err="1"/>
              <a:t>OSMnx</a:t>
            </a:r>
            <a:r>
              <a:rPr lang="en-IN" sz="2400" dirty="0"/>
              <a:t>, Leaflet</a:t>
            </a:r>
          </a:p>
          <a:p>
            <a:r>
              <a:rPr lang="en-IN" sz="2400" b="1" dirty="0"/>
              <a:t>Software / Database / Dataset:</a:t>
            </a:r>
            <a:endParaRPr lang="en-IN" sz="2400" dirty="0"/>
          </a:p>
          <a:p>
            <a:r>
              <a:rPr lang="en-IN" sz="2400" dirty="0"/>
              <a:t>SQLite database</a:t>
            </a:r>
          </a:p>
          <a:p>
            <a:r>
              <a:rPr lang="en-IN" sz="2400" dirty="0"/>
              <a:t>OpenStreetMap road network</a:t>
            </a:r>
          </a:p>
          <a:p>
            <a:r>
              <a:rPr lang="en-IN" sz="2400" dirty="0"/>
              <a:t>Python development environment</a:t>
            </a:r>
          </a:p>
          <a:p>
            <a:r>
              <a:rPr lang="en-IN" sz="2400" b="1" dirty="0" err="1"/>
              <a:t>Justification:</a:t>
            </a:r>
            <a:r>
              <a:rPr lang="en-IN" sz="2400" dirty="0" err="1"/>
              <a:t>Flask</a:t>
            </a:r>
            <a:r>
              <a:rPr lang="en-IN" sz="2400" dirty="0"/>
              <a:t> handles backend requests.</a:t>
            </a:r>
          </a:p>
          <a:p>
            <a:r>
              <a:rPr lang="en-IN" sz="2400" dirty="0" err="1"/>
              <a:t>NetworkX</a:t>
            </a:r>
            <a:r>
              <a:rPr lang="en-IN" sz="2400" dirty="0"/>
              <a:t> and </a:t>
            </a:r>
            <a:r>
              <a:rPr lang="en-IN" sz="2400" dirty="0" err="1"/>
              <a:t>OSMnx</a:t>
            </a:r>
            <a:r>
              <a:rPr lang="en-IN" sz="2400" dirty="0"/>
              <a:t> support A* route finding.</a:t>
            </a:r>
          </a:p>
          <a:p>
            <a:r>
              <a:rPr lang="en-IN" sz="2400" dirty="0"/>
              <a:t>Leaflet displays locations and routes on a map.</a:t>
            </a:r>
          </a:p>
          <a:p>
            <a:r>
              <a:rPr lang="en-IN" sz="2400" dirty="0"/>
              <a:t>SQLite stores allocation records.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520826"/>
            <a:ext cx="10668000" cy="4267200"/>
          </a:xfrm>
        </p:spPr>
        <p:txBody>
          <a:bodyPr/>
          <a:lstStyle/>
          <a:p>
            <a:r>
              <a:rPr lang="en-IN" sz="2000" b="1" dirty="0"/>
              <a:t>Module 1 – Emergency Input &amp; Location</a:t>
            </a:r>
            <a:br>
              <a:rPr lang="en-IN" sz="2000" dirty="0"/>
            </a:br>
            <a:r>
              <a:rPr lang="en-IN" sz="2000" dirty="0"/>
              <a:t>index.html, map.js</a:t>
            </a:r>
            <a:br>
              <a:rPr lang="en-IN" sz="2000" dirty="0"/>
            </a:br>
            <a:r>
              <a:rPr lang="en-IN" sz="2000" dirty="0"/>
              <a:t>Collects emergency details and location.</a:t>
            </a:r>
          </a:p>
          <a:p>
            <a:r>
              <a:rPr lang="en-IN" sz="2000" b="1" dirty="0"/>
              <a:t>Module 2 – Resource Allocation</a:t>
            </a:r>
            <a:br>
              <a:rPr lang="en-IN" sz="2000" dirty="0"/>
            </a:br>
            <a:r>
              <a:rPr lang="en-IN" sz="2000" dirty="0"/>
              <a:t>intelligent_allocator.py, resource_allocator.py</a:t>
            </a:r>
            <a:br>
              <a:rPr lang="en-IN" sz="2000" dirty="0"/>
            </a:br>
            <a:r>
              <a:rPr lang="en-IN" sz="2000" dirty="0"/>
              <a:t>Selects a suitable resource using allocation rules.</a:t>
            </a:r>
          </a:p>
          <a:p>
            <a:r>
              <a:rPr lang="en-IN" sz="2000" b="1" dirty="0"/>
              <a:t>Module 3 – A(star) Routing</a:t>
            </a:r>
            <a:br>
              <a:rPr lang="en-IN" sz="2000" dirty="0"/>
            </a:br>
            <a:r>
              <a:rPr lang="en-IN" sz="2000" dirty="0"/>
              <a:t>astar.py, </a:t>
            </a:r>
            <a:r>
              <a:rPr lang="en-IN" sz="2000" dirty="0" err="1"/>
              <a:t>NetworkX</a:t>
            </a:r>
            <a:r>
              <a:rPr lang="en-IN" sz="2000" dirty="0"/>
              <a:t>, </a:t>
            </a:r>
            <a:r>
              <a:rPr lang="en-IN" sz="2000" dirty="0" err="1"/>
              <a:t>OSMnx</a:t>
            </a:r>
            <a:br>
              <a:rPr lang="en-IN" sz="2000" dirty="0"/>
            </a:br>
            <a:r>
              <a:rPr lang="en-IN" sz="2000" dirty="0"/>
              <a:t>Finds a route using the A* algorithm.</a:t>
            </a:r>
          </a:p>
          <a:p>
            <a:r>
              <a:rPr lang="en-IN" sz="2000" b="1" dirty="0"/>
              <a:t>Module 4 – Map Visualization</a:t>
            </a:r>
            <a:br>
              <a:rPr lang="en-IN" sz="2000" dirty="0"/>
            </a:br>
            <a:r>
              <a:rPr lang="en-IN" sz="2000" dirty="0"/>
              <a:t>map.js, Leaflet, OpenStreetMap</a:t>
            </a:r>
            <a:br>
              <a:rPr lang="en-IN" sz="2000" dirty="0"/>
            </a:br>
            <a:r>
              <a:rPr lang="en-IN" sz="2000" dirty="0"/>
              <a:t>Displays the location and route on the map.</a:t>
            </a:r>
          </a:p>
          <a:p>
            <a:r>
              <a:rPr lang="en-IN" sz="2000" b="1" dirty="0"/>
              <a:t>Module 5 – Backend &amp; API Integration</a:t>
            </a:r>
            <a:br>
              <a:rPr lang="en-IN" sz="2000" dirty="0"/>
            </a:br>
            <a:r>
              <a:rPr lang="en-IN" sz="2000" dirty="0"/>
              <a:t>app.py, Flask, JSON</a:t>
            </a:r>
            <a:br>
              <a:rPr lang="en-IN" sz="2000" dirty="0"/>
            </a:br>
            <a:r>
              <a:rPr lang="en-IN" sz="2000" dirty="0"/>
              <a:t>Connects the frontend with backend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Description(For each Module separately)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1. Emergency Input &amp; Location</a:t>
            </a:r>
            <a:endParaRPr lang="en-IN" sz="2400" dirty="0"/>
          </a:p>
          <a:p>
            <a:pPr lvl="0"/>
            <a:r>
              <a:rPr lang="en-IN" sz="2400" dirty="0"/>
              <a:t>Collects emergency type, priority, and location.</a:t>
            </a:r>
          </a:p>
          <a:p>
            <a:pPr lvl="0"/>
            <a:r>
              <a:rPr lang="en-IN" sz="2400" dirty="0"/>
              <a:t>Validates input using HTML and JavaScript.</a:t>
            </a:r>
          </a:p>
          <a:p>
            <a:pPr marL="0" indent="0">
              <a:buNone/>
            </a:pPr>
            <a:r>
              <a:rPr lang="en-IN" sz="2400" b="1" dirty="0"/>
              <a:t>2. Resource Allocation</a:t>
            </a:r>
            <a:endParaRPr lang="en-IN" sz="2400" dirty="0"/>
          </a:p>
          <a:p>
            <a:pPr lvl="0"/>
            <a:r>
              <a:rPr lang="en-IN" sz="2400" dirty="0"/>
              <a:t>Applies knowledge-based rules to select a suitable resource.</a:t>
            </a:r>
          </a:p>
          <a:p>
            <a:pPr lvl="0"/>
            <a:r>
              <a:rPr lang="en-IN" sz="2400" dirty="0"/>
              <a:t>Sends the selected resource to the routing module.</a:t>
            </a:r>
          </a:p>
          <a:p>
            <a:pPr marL="0" indent="0">
              <a:buNone/>
            </a:pPr>
            <a:r>
              <a:rPr lang="en-IN" sz="2400" b="1" dirty="0"/>
              <a:t>3. A(star)Routing</a:t>
            </a:r>
          </a:p>
          <a:p>
            <a:pPr lvl="0"/>
            <a:r>
              <a:rPr lang="en-IN" sz="2400" dirty="0"/>
              <a:t>Calculates a route using the road network.</a:t>
            </a:r>
          </a:p>
          <a:p>
            <a:pPr lvl="0"/>
            <a:r>
              <a:rPr lang="en-IN" sz="2400" dirty="0"/>
              <a:t>Uses </a:t>
            </a:r>
            <a:r>
              <a:rPr lang="en-IN" sz="2400" dirty="0" err="1"/>
              <a:t>NetworkX</a:t>
            </a:r>
            <a:r>
              <a:rPr lang="en-IN" sz="2400" dirty="0"/>
              <a:t> and </a:t>
            </a:r>
            <a:r>
              <a:rPr lang="en-IN" sz="2400" dirty="0" err="1"/>
              <a:t>OSMnx</a:t>
            </a:r>
            <a:r>
              <a:rPr lang="en-IN" sz="2400" dirty="0"/>
              <a:t> for pathfinding.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Description(For each Module separately)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b="1" dirty="0"/>
              <a:t>4. Map Visualization</a:t>
            </a:r>
            <a:endParaRPr lang="en-IN" sz="2800" dirty="0"/>
          </a:p>
          <a:p>
            <a:pPr lvl="0"/>
            <a:r>
              <a:rPr lang="en-IN" sz="2800" dirty="0"/>
              <a:t>Displays emergency locations and routes.</a:t>
            </a:r>
          </a:p>
          <a:p>
            <a:pPr lvl="0"/>
            <a:r>
              <a:rPr lang="en-IN" sz="2800" dirty="0"/>
              <a:t>Uses Leaflet and OpenStreetMap.</a:t>
            </a:r>
          </a:p>
          <a:p>
            <a:pPr marL="0" indent="0">
              <a:buNone/>
            </a:pPr>
            <a:r>
              <a:rPr lang="en-IN" sz="2800" b="1" dirty="0"/>
              <a:t>5. Backend &amp; API Integration</a:t>
            </a:r>
            <a:endParaRPr lang="en-IN" sz="2800" dirty="0"/>
          </a:p>
          <a:p>
            <a:pPr lvl="0"/>
            <a:r>
              <a:rPr lang="en-IN" sz="2800" dirty="0"/>
              <a:t>Flask connects the frontend and AI modules.</a:t>
            </a:r>
          </a:p>
          <a:p>
            <a:pPr lvl="0"/>
            <a:r>
              <a:rPr lang="en-IN" sz="2800" dirty="0"/>
              <a:t>SQLite stores allocation logs; security controls manage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B319F-F932-053E-84EB-9DA3A0171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4761074"/>
            <a:ext cx="5544616" cy="126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Results &amp; Discussion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IN" sz="2800" b="1" dirty="0"/>
              <a:t>Resource Allocation:</a:t>
            </a:r>
            <a:r>
              <a:rPr lang="en-IN" sz="2800" dirty="0"/>
              <a:t> Selects a suitable resource based on emergency details.</a:t>
            </a:r>
          </a:p>
          <a:p>
            <a:pPr marL="0" lvl="0" indent="0">
              <a:buNone/>
            </a:pPr>
            <a:r>
              <a:rPr lang="en-IN" sz="2800" b="1" dirty="0"/>
              <a:t>Route Finding:</a:t>
            </a:r>
            <a:r>
              <a:rPr lang="en-IN" sz="2800" dirty="0"/>
              <a:t> A* calculates a route using road-network data.</a:t>
            </a:r>
          </a:p>
          <a:p>
            <a:pPr marL="0" lvl="0" indent="0">
              <a:buNone/>
            </a:pPr>
            <a:r>
              <a:rPr lang="en-IN" sz="2800" b="1" dirty="0"/>
              <a:t>Map Visualization:</a:t>
            </a:r>
            <a:r>
              <a:rPr lang="en-IN" sz="2800" dirty="0"/>
              <a:t> Displays the emergency location and route.</a:t>
            </a:r>
          </a:p>
          <a:p>
            <a:pPr marL="0" lvl="0" indent="0">
              <a:buNone/>
            </a:pPr>
            <a:r>
              <a:rPr lang="en-IN" sz="2800" b="1" dirty="0"/>
              <a:t>System Integration:</a:t>
            </a:r>
            <a:r>
              <a:rPr lang="en-IN" sz="2800" dirty="0"/>
              <a:t> Flask connects the core modules.</a:t>
            </a:r>
          </a:p>
          <a:p>
            <a:pPr marL="0" lvl="0" indent="0">
              <a:buNone/>
            </a:pPr>
            <a:r>
              <a:rPr lang="en-IN" sz="2800" b="1" dirty="0"/>
              <a:t>Discussion:</a:t>
            </a:r>
            <a:r>
              <a:rPr lang="en-IN" sz="2800" dirty="0"/>
              <a:t> The prototype demonstrates classical AI techniques for emergency resource allocation and route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Interface/ Screenshots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1E0DC93-33FA-5A25-32F2-EE32618DA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448" y="1772816"/>
            <a:ext cx="4007768" cy="2253716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A1E242-99EC-5217-B5AF-3E8212629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1685303"/>
            <a:ext cx="4319012" cy="24287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515C1F6-F85D-B002-0DB9-3F465A8B2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56" y="4299483"/>
            <a:ext cx="4007768" cy="225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Conclusion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dirty="0"/>
              <a:t>Developed an AI-based emergency resource allocation prototype.</a:t>
            </a:r>
          </a:p>
          <a:p>
            <a:pPr lvl="0"/>
            <a:r>
              <a:rPr lang="en-IN" sz="2400" dirty="0"/>
              <a:t>Uses knowledge-based rules to select suitable resources.</a:t>
            </a:r>
          </a:p>
          <a:p>
            <a:pPr lvl="0"/>
            <a:r>
              <a:rPr lang="en-IN" sz="2400" dirty="0"/>
              <a:t>Applies the A* algorithm for route finding.</a:t>
            </a:r>
          </a:p>
          <a:p>
            <a:pPr lvl="0"/>
            <a:r>
              <a:rPr lang="en-IN" sz="2400" dirty="0"/>
              <a:t>Integrates Flask backend and interactive map visualization.</a:t>
            </a:r>
          </a:p>
          <a:p>
            <a:pPr lvl="0"/>
            <a:r>
              <a:rPr lang="en-IN" sz="2400" dirty="0"/>
              <a:t>Demonstrates the practical application of classical AI techniques.</a:t>
            </a:r>
          </a:p>
          <a:p>
            <a:pPr lvl="0"/>
            <a:r>
              <a:rPr lang="en-IN" sz="2400" dirty="0"/>
              <a:t>Future work includes real-time resource tracking and live traffic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Future Work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b="1" dirty="0"/>
              <a:t>Automatic Emergency Alerts:</a:t>
            </a:r>
            <a:r>
              <a:rPr lang="en-IN" sz="2800" dirty="0"/>
              <a:t> Receive emergency alerts automatically instead of manual input.</a:t>
            </a:r>
          </a:p>
          <a:p>
            <a:pPr lvl="0"/>
            <a:r>
              <a:rPr lang="en-IN" sz="2800" b="1" dirty="0"/>
              <a:t>Real-Time Integration:</a:t>
            </a:r>
            <a:r>
              <a:rPr lang="en-IN" sz="2800" dirty="0"/>
              <a:t> Connect with emergency reporting systems to obtain incident details.</a:t>
            </a:r>
          </a:p>
          <a:p>
            <a:pPr lvl="0"/>
            <a:r>
              <a:rPr lang="en-IN" sz="2800" b="1" dirty="0"/>
              <a:t>Instant Resource Allocation:</a:t>
            </a:r>
            <a:r>
              <a:rPr lang="en-IN" sz="2800" dirty="0"/>
              <a:t> Automatically select suitable resources and calculate routes.</a:t>
            </a:r>
          </a:p>
          <a:p>
            <a:pPr lvl="0"/>
            <a:r>
              <a:rPr lang="en-IN" sz="2800" b="1" dirty="0"/>
              <a:t>Notifications:</a:t>
            </a:r>
            <a:r>
              <a:rPr lang="en-IN" sz="2800" dirty="0"/>
              <a:t> Alert relevant emergency personnel about new incidents.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[1] A. Nordin et al., “Finding Shortest Path of the Ambulance Routing: Interface of A* Algorithm Using C# Programming,” 2012.</a:t>
            </a:r>
          </a:p>
          <a:p>
            <a:r>
              <a:rPr lang="en-IN" sz="2400" dirty="0"/>
              <a:t>[2] J. </a:t>
            </a:r>
            <a:r>
              <a:rPr lang="en-IN" sz="2400" dirty="0" err="1"/>
              <a:t>Barrachina</a:t>
            </a:r>
            <a:r>
              <a:rPr lang="en-IN" sz="2400" dirty="0"/>
              <a:t> et al., “Reducing Emergency Services Arrival Time by Using Vehicular Communications and Evolution Strategies,” </a:t>
            </a:r>
            <a:r>
              <a:rPr lang="en-IN" sz="2400" i="1" dirty="0"/>
              <a:t>Expert Systems with Applications</a:t>
            </a:r>
            <a:r>
              <a:rPr lang="en-IN" sz="2400" dirty="0"/>
              <a:t>, vol. 41, no. 4, pp. 1206–1217, 2014.</a:t>
            </a:r>
          </a:p>
          <a:p>
            <a:r>
              <a:rPr lang="en-IN" sz="2400" dirty="0"/>
              <a:t>[3] G. Pettet et al., “Designing Decision Support Systems for Emergency Response: Challenges and Opportunities,” 2022.</a:t>
            </a:r>
          </a:p>
          <a:p>
            <a:r>
              <a:rPr lang="en-IN" sz="2400" dirty="0"/>
              <a:t>[4] </a:t>
            </a:r>
            <a:r>
              <a:rPr lang="en-IN" sz="2400" dirty="0" err="1"/>
              <a:t>NetworkX</a:t>
            </a:r>
            <a:r>
              <a:rPr lang="en-IN" sz="2400" dirty="0"/>
              <a:t>, “A* Shortest Path Algorithm Documentation.” </a:t>
            </a:r>
            <a:r>
              <a:rPr lang="en-IN" sz="2400" dirty="0">
                <a:hlinkClick r:id="rId2"/>
              </a:rPr>
              <a:t>https://networkx.org/documentation/stable/</a:t>
            </a:r>
            <a:endParaRPr lang="en-IN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254C9-0B8F-0976-A52C-F63941C06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684D0-AC6C-D284-4EE6-D3DBE1E96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[5] G. Boeing, “</a:t>
            </a:r>
            <a:r>
              <a:rPr lang="en-IN" sz="2400" dirty="0" err="1"/>
              <a:t>Modeling</a:t>
            </a:r>
            <a:r>
              <a:rPr lang="en-IN" sz="2400" dirty="0"/>
              <a:t> and </a:t>
            </a:r>
            <a:r>
              <a:rPr lang="en-IN" sz="2400" dirty="0" err="1"/>
              <a:t>Analyzing</a:t>
            </a:r>
            <a:r>
              <a:rPr lang="en-IN" sz="2400" dirty="0"/>
              <a:t> Urban Networks and Amenities with </a:t>
            </a:r>
            <a:r>
              <a:rPr lang="en-IN" sz="2400" dirty="0" err="1"/>
              <a:t>OSMnx</a:t>
            </a:r>
            <a:r>
              <a:rPr lang="en-IN" sz="2400" dirty="0"/>
              <a:t>,” </a:t>
            </a:r>
            <a:r>
              <a:rPr lang="en-IN" sz="2400" i="1" dirty="0"/>
              <a:t>Geographical Analysis</a:t>
            </a:r>
            <a:r>
              <a:rPr lang="en-IN" sz="2400" dirty="0"/>
              <a:t>, 2025.</a:t>
            </a:r>
          </a:p>
          <a:p>
            <a:r>
              <a:rPr lang="en-IN" sz="2400" dirty="0"/>
              <a:t>[6] OpenStreetMap, “Map Data and Copyright.” </a:t>
            </a:r>
            <a:r>
              <a:rPr lang="en-IN" sz="2400" dirty="0">
                <a:hlinkClick r:id="rId2"/>
              </a:rPr>
              <a:t>https://www.openstreetmap.org/copyright</a:t>
            </a:r>
            <a:endParaRPr lang="en-IN" sz="24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10AAE-8E46-7B2C-345D-25E4127B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963E6-2D59-EE75-5195-3099A1B5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360C5-D25A-12F6-D686-2E9E494B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3261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1222</Words>
  <Application>Microsoft Office PowerPoint</Application>
  <PresentationFormat>Widescreen</PresentationFormat>
  <Paragraphs>168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Abstract</vt:lpstr>
      <vt:lpstr>Literature Survey</vt:lpstr>
      <vt:lpstr>Research Gap/Existing System</vt:lpstr>
      <vt:lpstr>Proposed System </vt:lpstr>
      <vt:lpstr>DFD Diagram</vt:lpstr>
      <vt:lpstr>Methodology/Work Flow Diagram</vt:lpstr>
      <vt:lpstr>Tools and Technologies</vt:lpstr>
      <vt:lpstr>List of Modules</vt:lpstr>
      <vt:lpstr>Module Description(For each Module separately)</vt:lpstr>
      <vt:lpstr>Module Description(For each Module separately)</vt:lpstr>
      <vt:lpstr>Results &amp; Discussion</vt:lpstr>
      <vt:lpstr>User Interface/ Screenshots</vt:lpstr>
      <vt:lpstr>Conclusion</vt:lpstr>
      <vt:lpstr>Future Work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deva dharashani</cp:lastModifiedBy>
  <cp:revision>16</cp:revision>
  <dcterms:modified xsi:type="dcterms:W3CDTF">2026-10-13T16:47:02Z</dcterms:modified>
</cp:coreProperties>
</file>